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1600000"/>
            <a:ext cx="10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AI 开发技术 · 实验一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300000"/>
            <a:ext cx="106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前端 Streamlit 的手写体识别 MNIST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4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  <a:latin typeface="Microsoft YaHei"/>
              </a:defRPr>
            </a:pPr>
            <a:r>
              <a:t>纯提示词 vs Agent + Skills + TDD 两种开发模式对比实验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52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武汉纺织大学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0000" y="52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2026 年 5 月 13 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50000"/>
            <a:ext cx="12192000" cy="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4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目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200000"/>
            <a:ext cx="4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2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01  项目背景与研究动机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0000" y="1200000"/>
            <a:ext cx="4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0" y="12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02  实验目标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1800000"/>
            <a:ext cx="4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8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03  核心技术原理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0000" y="1800000"/>
            <a:ext cx="4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000" y="18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04  实验方案与环境配置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2400000"/>
            <a:ext cx="4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24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05  方法 A：纯提示词驱动 (TensorFlow)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0000" y="2400000"/>
            <a:ext cx="4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24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06  方法 B：Agent + Skills + TDD (PyTorch)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000" y="3000000"/>
            <a:ext cx="4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30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07  两种方法对比分析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0000" y="3000000"/>
            <a:ext cx="4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0000" y="30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08  团队分工与实验心得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3600000"/>
            <a:ext cx="4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36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09  总结与展望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0000" y="3600000"/>
            <a:ext cx="4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0000" y="36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10 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01  项目背景与研究动机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900000"/>
            <a:ext cx="8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000" y="92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D9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400000"/>
            <a:ext cx="10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YaHei"/>
              </a:defRPr>
            </a:pPr>
            <a:r>
              <a:t>AI 辅助编程（AIAD）正在深刻改变软件开发方式。从简单的代码补全到复杂的项目全流程自动生成，AI 开发工具在不断拓展其能力边界，但也带来了新的选择问题：面对众多 AI 开发模式，开发者应如何选择？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600000"/>
            <a:ext cx="8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62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D9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3100000"/>
            <a:ext cx="102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• 不同 AI 开发模式在开发效率、代码质量、可维护性等维度上有何具体差异？</a:t>
            </a:r>
          </a:p>
          <a:p>
            <a:pPr>
              <a:spcAft>
                <a:spcPts val="6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• 纯提示词交互与 Agent+TDD 结构化开发，哪种更适合实际工程场景？</a:t>
            </a:r>
          </a:p>
          <a:p>
            <a:pPr>
              <a:spcAft>
                <a:spcPts val="6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• 如何有效利用 AI 工具提升生产力，同时保证代码质量？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4500000"/>
            <a:ext cx="80000" cy="4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00" y="452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D9"/>
                </a:solidFill>
                <a:latin typeface="Microsoft YaHei"/>
              </a:defRPr>
            </a:pPr>
            <a:r>
              <a:t>研究价值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5000000"/>
            <a:ext cx="102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• 为开发团队选择 AI 辅助工具和工作流提供实证依据</a:t>
            </a:r>
          </a:p>
          <a:p>
            <a:pPr>
              <a:spcAft>
                <a:spcPts val="6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t>• 探索 AI 时代如何构建高效、可维护的软件开发范式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02  实验目标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200000"/>
            <a:ext cx="10600000" cy="10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0000" y="1200000"/>
            <a:ext cx="6000" cy="10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Microsoft YaHei"/>
              </a:defRPr>
            </a:pPr>
            <a:r>
              <a:t>🎯 目标一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165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了解 Python Streamlit 前端开发技术及基于深度神经网络的 MNIST 手写体识别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2400000"/>
            <a:ext cx="10600000" cy="10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000" y="2400000"/>
            <a:ext cx="6000" cy="10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0" y="25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Microsoft YaHei"/>
              </a:defRPr>
            </a:pPr>
            <a:r>
              <a:t>🎯 目标二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000" y="285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熟悉配置基于大模型的代码生成环境（VSCode + Cline/Claude Code + DeepSeek）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3600000"/>
            <a:ext cx="10600000" cy="10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000" y="3600000"/>
            <a:ext cx="6000" cy="10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0000" y="37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Microsoft YaHei"/>
              </a:defRPr>
            </a:pPr>
            <a:r>
              <a:t>🎯 目标三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000" y="405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掌握基于 Agent 和 Skills 的代码生成技术，体验 TDD 开发流程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000" y="4800000"/>
            <a:ext cx="10600000" cy="10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000" y="4800000"/>
            <a:ext cx="6000" cy="10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0000" y="49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Microsoft YaHei"/>
              </a:defRPr>
            </a:pPr>
            <a:r>
              <a:t>🎯 目标四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000" y="525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对比分析纯提示词与 Agent+Skills 两种开发模式的优劣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03  核心技术原理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100000"/>
            <a:ext cx="52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0000" y="1100000"/>
            <a:ext cx="5200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2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Microsoft YaHei"/>
              </a:defRPr>
            </a:pPr>
            <a:r>
              <a:t>MNIST 数据集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17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60,000 张训练图 + 10,000 张测试图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28×28 像素灰度手写数字 (0-9)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深度学习入门的标准基准数据集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每张图为一个 784 维特征向量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100000"/>
            <a:ext cx="52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100000"/>
            <a:ext cx="5200000" cy="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2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CNN 卷积神经网络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17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卷积层提取局部特征（边缘、纹理）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池化层降维，减少参数量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全连接层进行分类决策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本实验：2层Conv + 2层FC，约40万参数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3700000"/>
            <a:ext cx="52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000" y="3700000"/>
            <a:ext cx="5200000" cy="6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00" y="38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46FD"/>
                </a:solidFill>
                <a:latin typeface="Microsoft YaHei"/>
              </a:defRPr>
            </a:pPr>
            <a:r>
              <a:t>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00" y="43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Python 快速 Web 应用框架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无需前端经验，纯 Python 构建 UI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支持文件上传、画板、图表展示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本实验：实现手写数字识别交互界面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0000" y="3700000"/>
            <a:ext cx="52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0000" y="3700000"/>
            <a:ext cx="5200000" cy="6000"/>
          </a:xfrm>
          <a:prstGeom prst="rect">
            <a:avLst/>
          </a:prstGeom>
          <a:solidFill>
            <a:srgbClr val="F3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000" y="38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330"/>
                </a:solidFill>
                <a:latin typeface="Microsoft YaHei"/>
              </a:defRPr>
            </a:pPr>
            <a:r>
              <a:t>AI 开发模式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000" y="43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方法A：纯提示词 → 多轮对话逐步生成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方法B：Agent+Skills+TDD → 结构化开发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对比维度：效率、质量、可维护性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实验框架：DeepSeek + VSCode/Cline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04  实验方案与环境配置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000000"/>
            <a:ext cx="10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实验方案：同一任务（MNIST 手写数字识别）× 两种开发模式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600000"/>
            <a:ext cx="5200000" cy="22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600000"/>
            <a:ext cx="5200000" cy="6000"/>
          </a:xfrm>
          <a:prstGeom prst="rect">
            <a:avLst/>
          </a:prstGeom>
          <a:solidFill>
            <a:srgbClr val="F3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75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330"/>
                </a:solidFill>
                <a:latin typeface="Microsoft YaHei"/>
              </a:defRPr>
            </a:pPr>
            <a:r>
              <a:t>方法 A：纯提示词驱动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250000"/>
            <a:ext cx="4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AI 框架：TensorFlow + Keras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开发方式：多轮对话，纯提示词交互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项目结构：2 个文件（train.py + app.py）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前端：图片上传 + 显示识别结果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测试准确率：99.29%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1600000"/>
            <a:ext cx="5200000" cy="22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0" y="1600000"/>
            <a:ext cx="5200000" cy="6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000" y="175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46FD"/>
                </a:solidFill>
                <a:latin typeface="Microsoft YaHei"/>
              </a:defRPr>
            </a:pPr>
            <a:r>
              <a:t>方法 B：Agent + Skills + TDD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000" y="2250000"/>
            <a:ext cx="4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AI 框架：PyTorch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开发方式：Agent 自动调用多个 Skill 协作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项目结构：模块化包 + 独立测试目录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前端：画板 + 上传 + 概率条形图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测试准确率：99.31%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4100000"/>
            <a:ext cx="10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实验环境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60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  <a:latin typeface="Microsoft YaHei"/>
              </a:defRPr>
            </a:pPr>
            <a:r>
              <a:t>硬件：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0000" y="46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PC (CPU 训练)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000" y="500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  <a:latin typeface="Microsoft YaHei"/>
              </a:defRPr>
            </a:pPr>
            <a:r>
              <a:t>大模型：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000" y="50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DeepSeek (deepseek-v4-flash)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000" y="540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  <a:latin typeface="Microsoft YaHei"/>
              </a:defRPr>
            </a:pPr>
            <a:r>
              <a:t>开发工具：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0000" y="54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VSCode + Cline 插件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000" y="580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D9"/>
                </a:solidFill>
                <a:latin typeface="Microsoft YaHei"/>
              </a:defRPr>
            </a:pPr>
            <a:r>
              <a:t>核心技术栈：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0000" y="58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TensorFlow/Keras · PyTorch · Streamlit · python-pptx · pytest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F3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330"/>
                </a:solidFill>
                <a:latin typeface="Microsoft YaHei"/>
              </a:defRPr>
            </a:pPr>
            <a:r>
              <a:t>05  方法 A：纯提示词驱动 (TensorFlow)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000000"/>
            <a:ext cx="10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开发流程：4 轮人机对话完成全部开发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600000"/>
            <a:ext cx="500000" cy="500000"/>
          </a:xfrm>
          <a:prstGeom prst="rect">
            <a:avLst/>
          </a:prstGeom>
          <a:solidFill>
            <a:srgbClr val="F3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165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第一轮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0" y="16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创建训练脚本 train.py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000" y="195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编写基于 TensorFlow/Keras 的 CNN 模型，自动加载 MNIST 数据集，训练 10 个 epoch，保存为 mnist_model.h5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00" y="2800000"/>
            <a:ext cx="500000" cy="500000"/>
          </a:xfrm>
          <a:prstGeom prst="rect">
            <a:avLst/>
          </a:prstGeom>
          <a:solidFill>
            <a:srgbClr val="F3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285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第二轮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000" y="28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创建 Streamlit 前端 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0000" y="315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构建手写数字识别 Web 界面，支持图片上传和画板手写输入两种方式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4000000"/>
            <a:ext cx="500000" cy="500000"/>
          </a:xfrm>
          <a:prstGeom prst="rect">
            <a:avLst/>
          </a:prstGeom>
          <a:solidFill>
            <a:srgbClr val="F3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405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第三轮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0000" y="40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运行与调试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0000" y="435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修复中文乱码问题，完成训练（准确率 99.29%），确认前端正常运行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5200000"/>
            <a:ext cx="500000" cy="500000"/>
          </a:xfrm>
          <a:prstGeom prst="rect">
            <a:avLst/>
          </a:prstGeom>
          <a:solidFill>
            <a:srgbClr val="F3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525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第四轮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0000" y="52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完善与归档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0000" y="555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补充中文注释，生成训练曲线图 training_curves.png，整理对话记录 prompt_chat.txt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F3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330"/>
                </a:solidFill>
                <a:latin typeface="Microsoft YaHei"/>
              </a:defRPr>
            </a:pPr>
            <a:r>
              <a:t>05  方法 A：模型训练与前端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100000"/>
            <a:ext cx="52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0000" y="1100000"/>
            <a:ext cx="5200000" cy="6000"/>
          </a:xfrm>
          <a:prstGeom prst="rect">
            <a:avLst/>
          </a:prstGeom>
          <a:solidFill>
            <a:srgbClr val="F39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2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330"/>
                </a:solidFill>
                <a:latin typeface="Microsoft YaHei"/>
              </a:defRPr>
            </a:pPr>
            <a:r>
              <a:t>CNN 模型结构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17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Conv2D(32, 3×3) → ReLU → MaxPool(2×2)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Conv2D(64, 3×3) → ReLU → MaxPool(2×2)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Flatten → Dense(128) → Dropout(0.5)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Dense(10, softmax) 输出层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优化器: Adam | 损失: CategoricalCrossentropy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Epochs: 10 | Batch: 128 | 验证集: 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100000"/>
            <a:ext cx="52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100000"/>
            <a:ext cx="5200000" cy="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2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训练结果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17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训练集准确率：≈ 99.15%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验证集准确率：≈ 99.23%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测试集准确率：99.29%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模型大小：约 2.7 MB (mnist_model.h5)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训练曲线图：training_curves.png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3700000"/>
            <a:ext cx="106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000" y="3700000"/>
            <a:ext cx="10600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00" y="38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Microsoft YaHei"/>
              </a:defRPr>
            </a:pPr>
            <a:r>
              <a:t>Streamlit 前端功能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00" y="4300000"/>
            <a:ext cx="10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侧边栏切换输入方式：上传图片 (PNG/JPG) 或 画板手写输入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上传模式：显示上传的图片 → 点击识别 → 显示结果与置信度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画板模式：鼠标手写数字 → 点击识别 → 显示结果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仅显示最高置信度的识别结果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146FD"/>
                </a:solidFill>
                <a:latin typeface="Microsoft YaHei"/>
              </a:defRPr>
            </a:pPr>
            <a:r>
              <a:t>06  方法 B：Agent + Skills + TDD (PyTorch)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000000"/>
            <a:ext cx="10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开发流程：Agent 自动调用多个 Skill 协作完成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600000"/>
            <a:ext cx="3400000" cy="1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600000"/>
            <a:ext cx="3400000" cy="4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6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46FD"/>
                </a:solidFill>
                <a:latin typeface="Microsoft YaHei"/>
              </a:defRPr>
            </a:pPr>
            <a:r>
              <a:t>📋  编写实施计划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0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使用 writing-plans 技能制定 8 个 Task 的详细 TDD 实施计划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0000" y="1600000"/>
            <a:ext cx="3400000" cy="1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0000" y="1600000"/>
            <a:ext cx="3400000" cy="4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0" y="16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46FD"/>
                </a:solidFill>
                <a:latin typeface="Microsoft YaHei"/>
              </a:defRPr>
            </a:pPr>
            <a:r>
              <a:t>🧪  TDD 测试先行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20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先编写 test_data.py → test_model.py → test_train.py，共 10 个测试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0" y="1600000"/>
            <a:ext cx="3400000" cy="1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0000" y="1600000"/>
            <a:ext cx="3400000" cy="4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0000" y="16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46FD"/>
                </a:solidFill>
                <a:latin typeface="Microsoft YaHei"/>
              </a:defRPr>
            </a:pPr>
            <a:r>
              <a:t>💻  实现核心模块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0000" y="20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逐一实现 data.py → model.py → train.py → evaluate.py，每个模块测试通过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200000"/>
            <a:ext cx="3400000" cy="1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000" y="3200000"/>
            <a:ext cx="3400000" cy="4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32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46FD"/>
                </a:solidFill>
                <a:latin typeface="Microsoft YaHei"/>
              </a:defRPr>
            </a:pPr>
            <a:r>
              <a:t>🚀  训练与验证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" y="36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训练 CNN 模型（约 40 万参数），保存 model.pth，准确率 99.31%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0000" y="3200000"/>
            <a:ext cx="3400000" cy="1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0000" y="3200000"/>
            <a:ext cx="3400000" cy="4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0" y="32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46FD"/>
                </a:solidFill>
                <a:latin typeface="Microsoft YaHei"/>
              </a:defRPr>
            </a:pPr>
            <a:r>
              <a:t>🎨  构建 Streamlit 前端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000" y="36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开发带画板、上传、概率条形图的全功能交互界面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0" y="3200000"/>
            <a:ext cx="3400000" cy="1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0" y="3200000"/>
            <a:ext cx="3400000" cy="4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0000" y="32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46FD"/>
                </a:solidFill>
                <a:latin typeface="Microsoft YaHei"/>
              </a:defRPr>
            </a:pPr>
            <a:r>
              <a:t>✅  最终验证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0000" y="365000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运行全部 10 个 TDD 测试，全部通过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146FD"/>
                </a:solidFill>
                <a:latin typeface="Microsoft YaHei"/>
              </a:defRPr>
            </a:pPr>
            <a:r>
              <a:t>06  TDD 测试驱动开发流程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200000"/>
            <a:ext cx="3400000" cy="12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3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46FD"/>
                </a:solidFill>
                <a:latin typeface="Microsoft YaHei"/>
              </a:defRPr>
            </a:pPr>
            <a:r>
              <a:t>🔴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6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运行测试 → 预期失败，证明测试有效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0000" y="1200000"/>
            <a:ext cx="3400000" cy="12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0" y="13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46FD"/>
                </a:solidFill>
                <a:latin typeface="Microsoft YaHei"/>
              </a:defRPr>
            </a:pPr>
            <a:r>
              <a:t>🟢 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0" y="16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运行测试 → 全部通过，功能实现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0" y="1200000"/>
            <a:ext cx="3400000" cy="12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0000" y="13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46FD"/>
                </a:solidFill>
                <a:latin typeface="Microsoft YaHei"/>
              </a:defRPr>
            </a:pPr>
            <a:r>
              <a:t>🔵 Refactor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165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在测试保护下优化代码结构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2700000"/>
            <a:ext cx="10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本实验 TDD 测试清单（共 10 个测试）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000" y="3200000"/>
            <a:ext cx="10600000" cy="8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000" y="3200000"/>
            <a:ext cx="6000" cy="800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0000" y="328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46FD"/>
                </a:solidFill>
                <a:latin typeface="Microsoft YaHei"/>
              </a:defRPr>
            </a:pPr>
            <a:r>
              <a:t>test_data.py  (4 个测试)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0" y="3280000"/>
            <a:ext cx="7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数据形状 / 标签范围 / 归一化 / DataLoader 返回值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000" y="4100000"/>
            <a:ext cx="10600000" cy="8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000" y="4100000"/>
            <a:ext cx="6000" cy="800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000" y="418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46FD"/>
                </a:solidFill>
                <a:latin typeface="Microsoft YaHei"/>
              </a:defRPr>
            </a:pPr>
            <a:r>
              <a:t>test_model.py  (4 个测试)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000" y="4180000"/>
            <a:ext cx="7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前向形状 / 概率分布 / 参数量 / 保存加载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000" y="5000000"/>
            <a:ext cx="10600000" cy="8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000" y="5000000"/>
            <a:ext cx="6000" cy="800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0000" y="508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46FD"/>
                </a:solidFill>
                <a:latin typeface="Microsoft YaHei"/>
              </a:defRPr>
            </a:pPr>
            <a:r>
              <a:t>test_train.py  (2 个测试)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000" y="5080000"/>
            <a:ext cx="7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单轮训练权重更新 / 损失下降趋势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000" y="6000000"/>
            <a:ext cx="10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✅ 全部 10 个测试通过 | 测试本身就是活文档，说明每个函数的行为规范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146FD"/>
                </a:solidFill>
                <a:latin typeface="Microsoft YaHei"/>
              </a:defRPr>
            </a:pPr>
            <a:r>
              <a:t>06  方法 B：项目结构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000000"/>
            <a:ext cx="55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8146FD"/>
                </a:solidFill>
                <a:latin typeface="Microsoft YaHei"/>
              </a:defRPr>
            </a:pPr>
            <a:r>
              <a:t>Agent+Skills/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├── requirements.txt          # 依赖清单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├── train.py                  # 训练入口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├── evaluate.py               # 评估入口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├── app.py                    # Streamlit 前端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├── model.pth                 # 训练好的模型 (99.31%)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├── run_all_tests.py          # 一键运行测试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8146FD"/>
                </a:solidFill>
                <a:latin typeface="Microsoft YaHei"/>
              </a:defRPr>
            </a:pPr>
            <a:r>
              <a:t>├── mnist/                    # 📦 核心 Python 包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│   ├── __init__.py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│   ├── data.py       — load_data()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│   ├── model.py      — MNISTCNN 类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│   ├── train.py      — train_one_epoch()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│   └── evaluate.py   — evaluate() + predict_image()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8146FD"/>
                </a:solidFill>
                <a:latin typeface="Microsoft YaHei"/>
              </a:defRPr>
            </a:pPr>
            <a:r>
              <a:t>├── tests/                    # 🧪 TDD 测试套件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│   ├── test_data.py   — 4 tests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│   ├── test_model.py  — 4 tests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│   └── test_train.py  — 2 tests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└── 对话记录.txt               # 完整开发记录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000" y="1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46FD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6800000" y="1600000"/>
            <a:ext cx="5000000" cy="6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0000" y="165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46FD"/>
                </a:solidFill>
                <a:latin typeface="Microsoft YaHei"/>
              </a:defRPr>
            </a:pPr>
            <a:r>
              <a:t>✅ 模块化设计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0000" y="190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每个功能独立成函数，可复用、可测试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00000" y="2300000"/>
            <a:ext cx="5000000" cy="6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0000" y="235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46FD"/>
                </a:solidFill>
                <a:latin typeface="Microsoft YaHei"/>
              </a:defRPr>
            </a:pPr>
            <a:r>
              <a:t>✅ TDD 测试先行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0000" y="260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10 个自动化测试覆盖数据/模型/训练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00000" y="3000000"/>
            <a:ext cx="5000000" cy="6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0000" y="305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46FD"/>
                </a:solidFill>
                <a:latin typeface="Microsoft YaHei"/>
              </a:defRPr>
            </a:pPr>
            <a:r>
              <a:t>✅ 函数式接口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0000" y="330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load_data() / train_one_epoch() / evaluate()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00000" y="3700000"/>
            <a:ext cx="5000000" cy="6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0000" y="375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46FD"/>
                </a:solidFill>
                <a:latin typeface="Microsoft YaHei"/>
              </a:defRPr>
            </a:pPr>
            <a:r>
              <a:t>✅ 类型注解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0000" y="400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完整的 Python 类型提示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00000" y="4400000"/>
            <a:ext cx="5000000" cy="6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0000" y="445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46FD"/>
                </a:solidFill>
                <a:latin typeface="Microsoft YaHei"/>
              </a:defRPr>
            </a:pPr>
            <a:r>
              <a:t>✅ 前端交互丰富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0000" y="470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画板 + 上传 + 概率条形图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00000" y="5100000"/>
            <a:ext cx="5000000" cy="6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0000" y="515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46FD"/>
                </a:solidFill>
                <a:latin typeface="Microsoft YaHei"/>
              </a:defRPr>
            </a:pPr>
            <a:r>
              <a:t>✅ 命令行参数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0000" y="5400000"/>
            <a:ext cx="4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--epochs / --batch-size / --lr / --device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146FD"/>
                </a:solidFill>
                <a:latin typeface="Microsoft YaHei"/>
              </a:defRPr>
            </a:pPr>
            <a:r>
              <a:t>06  方法 B：模型训练与前端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100000"/>
            <a:ext cx="52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0000" y="1100000"/>
            <a:ext cx="5200000" cy="6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2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46FD"/>
                </a:solidFill>
                <a:latin typeface="Microsoft YaHei"/>
              </a:defRPr>
            </a:pPr>
            <a:r>
              <a:t>CNN 模型结构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17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Conv2d(1→32, 3×3) → ReLU → Conv2d(32→64, 3×3) → ReLU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MaxPool(2×2) → Dropout(0.25)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FC(7×7×64 → 128) → Dropout(0.5)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FC(128 → 10) → LogSoftmax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优化器: Adam | 损失: NLLLoss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参数量: ~400K | Epochs: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100000"/>
            <a:ext cx="52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100000"/>
            <a:ext cx="5200000" cy="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2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训练结果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17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测试集准确率：99.31%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模型大小：约 400K 参数 (model.pth)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支持命令行参数配置训练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3700000"/>
            <a:ext cx="106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000" y="3700000"/>
            <a:ext cx="10600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00" y="38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Microsoft YaHei"/>
              </a:defRPr>
            </a:pPr>
            <a:r>
              <a:t>Streamlit 前端功能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00" y="4300000"/>
            <a:ext cx="10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双栏布局：左侧画板手写输入 + 右侧图片上传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画板模式：streamlit-drawable-canvas 组件，支持鼠标手写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上传模式：支持 PNG/JPG 格式图片上传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识别结果展示：显示预测数字 + 0-9 全部概率条形图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清空画板按钮，支持连续识别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07  两种方法对比分析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100000"/>
            <a:ext cx="10600000" cy="40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1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对比维度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0000" y="115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方法 A (纯提示词)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0" y="115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方法 B (Agent+TDD)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1500000"/>
            <a:ext cx="1060000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56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AI 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0000" y="156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TensorFlow + Keras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0" y="156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PyTorch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1920000"/>
            <a:ext cx="1060000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198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开发方法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000" y="198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直接编写代码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0000" y="198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TDD（测试驱动开发）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000" y="2340000"/>
            <a:ext cx="1060000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24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交互方式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0000" y="240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纯提示词，多轮对话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0000" y="240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Agent 自动调用 Skill 协作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2760000"/>
            <a:ext cx="1060000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82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项目结构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0000" y="282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2 个文件平铺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0000" y="282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模块化包 + 独立测试目录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000" y="3180000"/>
            <a:ext cx="1060000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324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自动化测试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0000" y="324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❌ 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0000" y="324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✅ 10 个测试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000" y="3600000"/>
            <a:ext cx="1060000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000" y="366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前端画布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0000" y="366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st.image + 文件上传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0000" y="366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streamlit-drawable-canvas 画板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000" y="4020000"/>
            <a:ext cx="1060000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000" y="408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概率展示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0000" y="408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仅最高置信度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0" y="408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条形图展示 0-9 全部概率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000" y="4440000"/>
            <a:ext cx="1060000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000" y="45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代码质量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0000" y="450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脚本式，无复用设计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0000" y="450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函数式模块化，可复用可测试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000" y="4860000"/>
            <a:ext cx="10600000" cy="42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000" y="492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文档完备度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0000" y="492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对话记录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00000" y="492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对话记录 + 实施计划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000" y="5280000"/>
            <a:ext cx="10600000" cy="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000" y="534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测试准确率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0000" y="534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99.29%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00000" y="5340000"/>
            <a:ext cx="3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99.31%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08  团队分工与实验心得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000000"/>
            <a:ext cx="10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D9"/>
                </a:solidFill>
                <a:latin typeface="Microsoft YaHei"/>
              </a:defRPr>
            </a:pPr>
            <a:r>
              <a:t>团队成员及职责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500000"/>
            <a:ext cx="10600000" cy="7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500000"/>
            <a:ext cx="6000" cy="7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000" y="1600000"/>
            <a:ext cx="1400000" cy="5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000" y="165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郑 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0000" y="165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实验方案设计、方法 B 代码开发与调试、技术架构决策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300000"/>
            <a:ext cx="10600000" cy="7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300000"/>
            <a:ext cx="6000" cy="7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000" y="2400000"/>
            <a:ext cx="1400000" cy="5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0000" y="245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许王智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0000" y="245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现场汇报、程序演示与答辩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100000"/>
            <a:ext cx="10600000" cy="7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100000"/>
            <a:ext cx="6000" cy="7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000" y="3200000"/>
            <a:ext cx="1400000" cy="5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0000" y="325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张 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0000" y="325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实验过程记录、数据整理与报告撰写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3900000"/>
            <a:ext cx="10600000" cy="7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3900000"/>
            <a:ext cx="6000" cy="7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000" y="4000000"/>
            <a:ext cx="1400000" cy="5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0000" y="405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付正浩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0000" y="405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方法 A 代码开发与调试、模型训练与优化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4700000"/>
            <a:ext cx="10600000" cy="7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4700000"/>
            <a:ext cx="6000" cy="7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00000" y="4800000"/>
            <a:ext cx="1400000" cy="50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0000" y="4850000"/>
            <a:ext cx="1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刘玉杰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0000" y="485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t>PPT 制作、界面截图整理与演示设计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5600000"/>
            <a:ext cx="10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💡 心得：通过明确分工和高效沟通，团队顺利完成了复杂的对比实验，显著提升了协作效率与集体问题解决能力。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000" y="300000"/>
            <a:ext cx="10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09  实验总结与展望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000" y="1100000"/>
            <a:ext cx="52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0000" y="1100000"/>
            <a:ext cx="5200000" cy="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2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✅ 实验总结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17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成功实现两个版本的 MNIST 手写体识别系统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方法 A：99.29%，适合快速原型验证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方法 B：99.31%，适合高质量工程化开发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产出了完整代码、模型文件、设计文档及实验截图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0" y="1100000"/>
            <a:ext cx="52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0" y="1100000"/>
            <a:ext cx="5200000" cy="6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000" y="12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Microsoft YaHei"/>
              </a:defRPr>
            </a:pPr>
            <a:r>
              <a:t>🔭 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1700000"/>
            <a:ext cx="4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引入 GPU 加速训练，优化推理性能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探索多语言混合识别、复杂图像生成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研究 Agent 在更大规模软件工程中的应用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建立更成熟的 AI 协作开发范式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3700000"/>
            <a:ext cx="10600000" cy="240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000" y="3700000"/>
            <a:ext cx="10600000" cy="6000"/>
          </a:xfrm>
          <a:prstGeom prst="rect">
            <a:avLst/>
          </a:prstGeom>
          <a:solidFill>
            <a:srgbClr val="814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00" y="38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46FD"/>
                </a:solidFill>
                <a:latin typeface="Microsoft YaHei"/>
              </a:defRPr>
            </a:pPr>
            <a:r>
              <a:t>💡 核心结论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00" y="4300000"/>
            <a:ext cx="10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Agent + Skills + TDD 模式在代码质量、项目结构、可维护性方面明显优于纯提示词模式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TDD 的测试保护机制让代码重构更安全，测试本身也是活文档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纯提示词模式在快速原型验证场景仍有价值，开发速度快、门槛低</a:t>
            </a:r>
          </a:p>
          <a:p>
            <a:pPr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• 两种模式并非对立，可根据项目阶段和需求灵活组合使用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00000"/>
            <a:ext cx="1219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00000"/>
            <a:ext cx="121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90D9"/>
                </a:solidFill>
                <a:latin typeface="Microsoft YaHei"/>
              </a:defRPr>
            </a:pPr>
            <a:r>
              <a:t>感谢聆听，欢迎提问！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00000"/>
            <a:ext cx="12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THANKS FOR LISTENING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50000"/>
            <a:ext cx="12192000" cy="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